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5F5F5F"/>
                </a:solidFill>
              </a:defRPr>
            </a:pPr>
            <a:r>
              <a:t>INTERNSHIP PROJECT REPORT</a:t>
            </a:r>
          </a:p>
          <a:p>
            <a:pPr algn="ctr">
              <a:spcAft>
                <a:spcPts val="1200"/>
              </a:spcAft>
              <a:defRPr sz="3200" b="1">
                <a:solidFill>
                  <a:srgbClr val="BE185D"/>
                </a:solidFill>
              </a:defRPr>
            </a:pPr>
            <a:r>
              <a:t>Development of a Responsive</a:t>
            </a:r>
            <a:br/>
            <a:r>
              <a:t>E-Commerce Website – StyleSphere</a:t>
            </a:r>
          </a:p>
          <a:p>
            <a:pPr algn="ctr">
              <a:spcAft>
                <a:spcPts val="1200"/>
              </a:spcAft>
              <a:defRPr sz="1900" b="1">
                <a:solidFill>
                  <a:srgbClr val="232323"/>
                </a:solidFill>
              </a:defRPr>
            </a:pPr>
            <a:r>
              <a:t>Submitted by: Ankit</a:t>
            </a:r>
          </a:p>
          <a:p>
            <a:pPr algn="ctr">
              <a:spcAft>
                <a:spcPts val="1200"/>
              </a:spcAft>
              <a:defRPr sz="1600" b="0">
                <a:solidFill>
                  <a:srgbClr val="232323"/>
                </a:solidFill>
              </a:defRPr>
            </a:pPr>
            <a:r>
              <a:t>Roll Number: 2410250009</a:t>
            </a:r>
          </a:p>
          <a:p>
            <a:pPr algn="ctr">
              <a:spcAft>
                <a:spcPts val="1200"/>
              </a:spcAft>
              <a:defRPr sz="1600" b="0">
                <a:solidFill>
                  <a:srgbClr val="232323"/>
                </a:solidFill>
              </a:defRPr>
            </a:pPr>
            <a:r>
              <a:t>Internship Role: Web Development Intern</a:t>
            </a:r>
          </a:p>
          <a:p>
            <a:pPr algn="ctr">
              <a:spcAft>
                <a:spcPts val="1200"/>
              </a:spcAft>
              <a:defRPr sz="1600" b="0">
                <a:solidFill>
                  <a:srgbClr val="232323"/>
                </a:solidFill>
              </a:defRPr>
            </a:pPr>
            <a:r>
              <a:t>Company Name: Octa Design | Duration: 1 Month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internship project was undertaken to gain practical experience in frontend web development.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StyleSphere is a fashion-based e-commerce website designed to provide an attractive and user-friendly online shopping experience.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website includes navigation, product sections, new arrivals, special offers, categories, customer reviews, and interactive features.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project focuses on responsive design, smooth user interaction, and practical frontend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Develop a modern and responsive e-commerce website.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Understand practical implementation of HTML, CSS, and JavaScript.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Create an attractive and user-friendly interface.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Implement responsive navigation for desktop and mobile devices.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Develop interactive features using JavaScript.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Create product cards, category sections, a special offers carousel, and add-to-cart notifications.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HTML5 – Website structure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CSS3 – Custom styling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JavaScript – Interactive functionality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Tailwind CSS – Responsive UI design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Font Awesome – Icons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Google Fonts – Typography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Responsive Design – Mobile compatibility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Project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Responsive Navigation Bar with desktop and mobile menus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Hero Section with call-to-action buttons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Featured Products with images, names, prices, and action buttons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New Arrivals section for recently added products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Special Offers Carousel with interactive controls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Product Categories, Customer Reviews, and Add-to-Cart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Product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website organizes fashion products into different categories for better user experience: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Handbags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Shoes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Accessories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Ethnic Wear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Sportswear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Development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Step 1: Requirement Analysis – Planned navigation, products, offers, categories, reviews, and footer.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Step 2: User Interface Design – Created a fashion-based interface using visually attractive colors and gradients.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Step 3: HTML Structure Development – Organized the website using semantic elements.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Step 4: Styling and Responsive Design – Used Tailwind CSS and custom CSS.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Step 5: JavaScript Implementation – Added interactive functionality.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Step 6: Testing – Checked responsiveness, navigation, buttons, carousel, and overall UI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Responsive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Designed to work across mobile, tablet, and desktop devices.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Responsive layouts created using Tailwind CSS and custom CSS.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Grid layouts used for product cards and categories.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Responsive utility classes ensure better screen compatibility.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Mobile navigation menu implemented for smaller screens.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JavaScript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Mobile Menu Toggle – Detects clicks and shows or hides mobile navigation.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Updates the accessibility attribute aria-expanded.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Carousel System – Automatic sliding every 4 seconds.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Previous and next navigation buttons.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Dynamic indicators and keyboard arrow navigation.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Pause functionality when hovering over the carousel.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Add to Cart &amp; Toast Notification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Users can interact with featured product buttons.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When a product is added, JavaScript displays a confirmation message.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Example notification: “Product Name added to cart 🛒”.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The toast notification remains visible temporarily.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This demonstrates event handling and interactive DOM functionality.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Key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Understanding HTML5 webpage structure.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Developing responsive user interfaces using CSS and Tailwind CSS.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Creating responsive navigation menus.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Using CSS Grid and Flexbox for layouts.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Implementing JavaScript event handling.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Creating interactive components such as carousels and toast notifications.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Understanding accessibility attributes, external libraries, debugging, and frontend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Creating responsive layouts for multiple screen sizes.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Managing product cards and grid layouts.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Implementing a functional mobile navigation menu.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Developing an automatic image carousel.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Handling JavaScript events.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Maintaining consistent design across all website sections.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Ensuring proper image loading and fallback images.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Implement a complete shopping cart system.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Add user login and registration.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Connect the website with a backend database.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Integrate payment gateway functionality.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Add product search, filtering, and sorting.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Create individual product detail pages.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Add real-time inventory management.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Improve SEO and deploy on a custom domain.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StyleSphere was successfully developed as a frontend e-commerce website.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project provided practical experience in designing a responsive and interactive website.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It includes navigation, product listings, new arrivals, special offers, categories, reviews, and JavaScript-based interactions.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internship improved skills in responsive web design, UI development, JavaScript programming, and website testing.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</a:defRPr>
            </a:pPr>
            <a:r>
              <a:t>The experience strengthened the foundation for future frontend and full-stack web development.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E185D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W3Schools – HTML Tutorial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W3Schools – CSS Tutorial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W3Schools – Responsive Web Design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Pinterest – Images used for the fashion website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Visual Studio Code – Used for writing and editing project files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OpenAI ChatGPT – Used for guidance and help with HTML and CSS concepts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BE185D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232323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